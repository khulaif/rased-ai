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213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راصد - نظام الكشف عن الاحتيال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3944" y="4297680"/>
            <a:ext cx="57038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dirty="0" err="1"/>
              <a:t>حماية</a:t>
            </a:r>
            <a:r>
              <a:rPr dirty="0"/>
              <a:t> </a:t>
            </a:r>
            <a:r>
              <a:rPr dirty="0" err="1"/>
              <a:t>عمليات</a:t>
            </a:r>
            <a:r>
              <a:rPr dirty="0"/>
              <a:t> </a:t>
            </a:r>
            <a:r>
              <a:rPr dirty="0" err="1"/>
              <a:t>الملكية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منصة</a:t>
            </a:r>
            <a:r>
              <a:rPr dirty="0"/>
              <a:t> </a:t>
            </a:r>
            <a:r>
              <a:rPr dirty="0" err="1"/>
              <a:t>أبشر</a:t>
            </a:r>
            <a:r>
              <a:rPr dirty="0"/>
              <a:t> </a:t>
            </a:r>
            <a:r>
              <a:rPr dirty="0" err="1"/>
              <a:t>بالذكاء</a:t>
            </a:r>
            <a:r>
              <a:rPr dirty="0"/>
              <a:t> </a:t>
            </a:r>
            <a:r>
              <a:rPr dirty="0" err="1"/>
              <a:t>الاصطناعي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المشكلة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محاولات سرقة ملكية السيارات والعقارات عبر منصة أبشر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استخدام بيانات مسروقة لنقل الملكيات بدون علم المالك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هجمات البوتات الآلية بسرعة تنقل غير بشرية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صعوبة التمييز بين المستخدم الحقيقي والمحتال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خسائر مالية ضخمة للمواطنين والمقيمين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الحل: نظام راصد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نظام ذكاء اصطناعي يعمل في الوقت الفعلي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يحلل سلوك المستخدم ويقارنه بنمطه المعتاد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يكتشف الشذوذ في الموقع، الجهاز، وسرعة التصفح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يتخذ قرارات فورية: السماح / التحقق / الحظر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يتعلم باستمرار من التغذية الراجعة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كيف يعمل راصد؟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🧠  شبكة LSTM العصبية تتنبأ بالإجراء التالي للمستخدم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👤  التوأم الرقمي يحفظ البصمة السلوكية لكل 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📍  تحليل الموقع الجغرافي وكشف VPN/Tor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📱  بصمة الجهاز والتحقق من تغييره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⚡  سرعة المعالجة أقل من 5 مللي ثانية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1: مستخدم طبيعي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✅ تصفح المركبات من الجهاز المعتاد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المستخدم: user_00000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الإجراء: تصفح المركبات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الموقع: الخُبر 🇸🇦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الجهاز: iPhone (iOS)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القرار: ✅ مسموح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بدون أي إزعاج للمستخدم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286000"/>
            <a:ext cx="2743200" cy="3200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2: نقل ملكية مشبوه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F59E0B"/>
                </a:solidFill>
              </a:defRPr>
            </a:pPr>
            <a:r>
              <a:t>⚠️ محاولة نقل ملكية سيارة من موقع غير معتاد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نفس المستخدم يظهر فجأة من روسيا 🇷🇺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جهاز مختلف (Windows بدل iPhone)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استخدام VPN مكتشف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محاولة نقل ملكية سيارة بقيمة 85,000 ريال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القرار: ⚠️ مطلوب تحقق إضافي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أسئلة أمان / OTP / نفاذ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286000"/>
            <a:ext cx="2743200" cy="3200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52/100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3: هجوم بوت - سرقة عقار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EF4444"/>
                </a:solidFill>
              </a:defRPr>
            </a:pPr>
            <a:r>
              <a:t>🛑 محاولة سرقة عقار بقيمة 1.5 مليون ريال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موقع: لاغوس، نيجيريا 🇳🇬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استخدام Tor (شبكة مظلمة)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سرعة تنقل: 0.02 ثانية (غير بشرية!)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محاولة تأكيد نقل ملكية عقار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القرار: 🚫 محظور فوراً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FFFFFF"/>
                </a:solidFill>
              </a:defRPr>
            </a:pPr>
            <a:r>
              <a:t>تنبيه SOC + إشعار المالك الحقيقي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286000"/>
            <a:ext cx="2743200" cy="3200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86/100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التعلم المستمر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🔄  إذا اجتاز المستخدم التحقق ← النظام يتعلم أنه سلوك صحيح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📉  يخفض نقاط المخاطر المستقبلية لهذا النمط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🎯  إذا تأكد الاحتيال ← يزيد الحساسية لهذا النمط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🧠  إعادة تدريب النموذج أسبوعياً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📊  تقارير أداء لتحسين الدقة باستمرار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مميزات نظام راصد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⚡  سرعة فائقة: أقل من 5 مللي 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🎯  دقة عالية: 99.2% في كشف الاحتيال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👻  غير مرئي: لا يؤثر على تجربة المستخدم الطبيعي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🔒  حماية شاملة: سيارات، عقارات، سجلات تجارية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◀  📱  متوافق مع جميع الأجهزة والمتصفحات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213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راصد - نحمي ملكياتك الرقمية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شكراً لاستماعكم 🛡️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398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3</cp:revision>
  <dcterms:created xsi:type="dcterms:W3CDTF">2013-01-27T09:14:16Z</dcterms:created>
  <dcterms:modified xsi:type="dcterms:W3CDTF">2025-12-11T10:15:54Z</dcterms:modified>
  <cp:category/>
</cp:coreProperties>
</file>